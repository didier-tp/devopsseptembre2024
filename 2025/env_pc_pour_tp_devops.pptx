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CB316F-CC1B-4FFC-A147-AB96CCFC80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55BCE0A-483B-4F29-A927-AC10624542A5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Env pc pour Tp devOps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1080000" y="4320000"/>
            <a:ext cx="414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Pc (windows) 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080000" y="3240000"/>
            <a:ext cx="2160000" cy="9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VirtualBox 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080000" y="2160000"/>
            <a:ext cx="4140000" cy="9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Linux (debian 13 ou ubuntu )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3420000" y="3240000"/>
            <a:ext cx="1800000" cy="9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Wsl2 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1080000" y="1440000"/>
            <a:ext cx="126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Docker sur debian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5940000" y="2340000"/>
            <a:ext cx="216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Git (sur windows et/ou sur linux ) ?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960000" y="1440000"/>
            <a:ext cx="126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Docker sur ubuntu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2025-12-11T09:03:46Z</dcterms:created>
  <dc:creator/>
  <dc:description/>
  <dc:language>fr-FR</dc:language>
  <cp:lastModifiedBy/>
  <dcterms:modified xsi:type="dcterms:W3CDTF">2025-12-11T12:11:44Z</dcterms:modified>
  <cp:revision>2</cp:revision>
  <dc:subject/>
  <dc:title/>
</cp:coreProperties>
</file>